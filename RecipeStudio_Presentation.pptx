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'why'; our solution: focused microsite, mobile-first, HTML/CSS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presenting live, open the site and scroll. Otherwise insert screenshot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kept base vs components so we could change global look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a screenshot of your Trello board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5016"/>
                </a:solidFill>
              </a:defRPr>
            </a:pPr>
            <a:r>
              <a:t>Recipe Studio — Project 1</a:t>
            </a:r>
          </a:p>
          <a:p>
            <a:pPr>
              <a:spcBef>
                <a:spcPts val="1200"/>
              </a:spcBef>
              <a:defRPr sz="1800">
                <a:solidFill>
                  <a:srgbClr val="555555"/>
                </a:solidFill>
              </a:defRPr>
            </a:pPr>
            <a:r>
              <a:t>HTML &amp; CSS Recipe Microsite · CSC 4370/6370 Spring 2026</a:t>
            </a:r>
            <a:br/>
            <a:r>
              <a:t>M. Abhinaya (Leader) · Dhanush Nagarajan (Member)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501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Recipe sites are often cluttered, hard to read on a phone, or buried in long articles.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We wanted one clear place for recipes: easy to scan, easy to follow, on any device.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Goal: A simple, calm, readable recipe site—no fluff, no pop-ups—that works in the kitchen (phone) or at the table (laptop).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5016"/>
                </a:solidFill>
              </a:defRPr>
            </a:pPr>
            <a:r>
              <a:t>Our Solution — Recipe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Static microsite: HTML + CSS only (no JavaScript, no database).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Pages: Home, Recipes listing, 6 recipe detail pages (Pasta, Pizza, Biryani, Dosa, Burger, Brownie), About &amp; Contact.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Design: Mobile-first, accessible, consistent navigation and styling.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5016"/>
                </a:solidFill>
              </a:defRPr>
            </a:pPr>
            <a:r>
              <a:t>Live Demo / Screenshots — Home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[INSERT SCREENSHOT: index.html — hero, highlights bar, featured recipes, cooking tips]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• Hero with tagline and 'Browse Recipes' CTA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• Highlights: Fresh &amp; Simple, Clear Instructions, Any Device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• Featured recipe cards (grid), Cooking Tips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5016"/>
                </a:solidFill>
              </a:defRPr>
            </a:pPr>
            <a:r>
              <a:t>Live Demo — Recipes List &amp; Recipe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[INSERT SCREENSHOT: recipes.html — card grid]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[INSERT SCREENSHOT: recipe-pasta.html — ingredients + instructions]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• Recipes page: card grid, same component styling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• Recipe detail: hero image, meta (serves, prep, cook), ingredients list, step-by-step instructions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5016"/>
                </a:solidFill>
              </a:defRPr>
            </a:pPr>
            <a:r>
              <a:t>Code Highlights — 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HTML: One file per page. Semantic elements: &lt;header&gt;, &lt;nav&gt;, &lt;main&gt;, &lt;section&gt;, &lt;article&gt;, &lt;footer&gt;.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CSS: base.css (reset, variables, typography, header, nav), components.css (hero, buttons, cards, recipe detail, tips, footer), styles.css (animations, breakpoints).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Assets: images/ for recipe images; paths relative to HTML.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5016"/>
                </a:solidFill>
              </a:defRPr>
            </a:pPr>
            <a:r>
              <a:t>Key CSS Techniques — Variables &amp;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Consolas"/>
              </a:defRPr>
            </a:pPr>
            <a:r>
              <a:t>:root {</a:t>
            </a:r>
            <a:br/>
            <a:r>
              <a:t>  --color-primary: #2d5016;</a:t>
            </a:r>
            <a:br/>
            <a:r>
              <a:t>  --color-secondary: #6b4423;</a:t>
            </a:r>
            <a:br/>
            <a:r>
              <a:t>  --space-md: 1rem;</a:t>
            </a:r>
            <a:br/>
            <a:r>
              <a:t>  --font-heading: 'Playfair Display', Georgia, serif;</a:t>
            </a:r>
            <a:br/>
            <a:r>
              <a:t>  --transition-normal: 0.25s ease;</a:t>
            </a:r>
            <a:br/>
            <a:r>
              <a:t>}</a:t>
            </a:r>
            <a:br/>
            <a:br/>
            <a:r>
              <a:t>Flexbox: .site-header (flex, space-between at 48rem), .main-nav ul (flex, gap).</a:t>
            </a:r>
            <a:br/>
            <a:r>
              <a:t>CSS Grid: .card-grid repeat(2/3, 1fr), .highlights-bar 1→3 columns at 36rem.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5016"/>
                </a:solidFill>
              </a:defRPr>
            </a:pPr>
            <a:r>
              <a:t>Key CSS Techniques — Animations &amp;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Consolas"/>
              </a:defRPr>
            </a:pPr>
            <a:r>
              <a:t>/* 3+ animations: card hover translateY(-4px), button scale(1.02/0.98), #main-content fadeIn */</a:t>
            </a:r>
            <a:br/>
            <a:br/>
            <a:r>
              <a:t>@media (prefers-reduced-motion: reduce) {</a:t>
            </a:r>
            <a:br/>
            <a:r>
              <a:t>  *, *::before, *::after {</a:t>
            </a:r>
            <a:br/>
            <a:r>
              <a:t>    animation-duration: 0.01ms !important;</a:t>
            </a:r>
            <a:br/>
            <a:r>
              <a:t>    transition-duration: 0.01ms !important;</a:t>
            </a:r>
            <a:br/>
            <a:r>
              <a:t>  }</a:t>
            </a:r>
            <a:br/>
            <a:r>
              <a:t>  .card:hover { transform: none; }</a:t>
            </a:r>
            <a:br/>
            <a:r>
              <a:t>}</a:t>
            </a:r>
            <a:br/>
            <a:br/>
            <a:r>
              <a:t>Skip link: off-screen until focused; moves into view for keyboard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5016"/>
                </a:solidFill>
              </a:defRPr>
            </a:pPr>
            <a:r>
              <a:t>Kanban Methodology — Benefits for 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Visual clarity: See all tasks at a glance (Backlog, TO-DO, In Progress, Review, Done).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Improved flow: Smooth task progression; we moved cards from In Progress → Review → Done.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WIP limits: We kept In Progress small (e.g. 3 cards) to focus on completion.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Transparency: Team alignment; Project Leader tracked board and daily standups.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Efficiency: 16 cards in Done, 8 in Review at snapshot—clear progress toward delivery.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5016"/>
                </a:solidFill>
              </a:defRPr>
            </a:pPr>
            <a:r>
              <a:t>Conclusion &amp;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Delivered: HTML/CSS recipe microsite with consistent design, responsive layout, accessibility (skip link, ARIA, reduced motion), 3+ CSS animations.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Went well: Splitting base vs components; Kanban and standups kept us on track.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Do differently: Test breakpoints earlier; document design tokens (variables) from the start.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Takeaway: Good structure (semantic HTML + organized CSS) and a small design system (variables) make the site consistent and maintainable.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5016"/>
                </a:solidFill>
              </a:defRPr>
            </a:pPr>
            <a:r>
              <a:t>Thank You</a:t>
            </a:r>
          </a:p>
          <a:p>
            <a:pPr>
              <a:spcBef>
                <a:spcPts val="1200"/>
              </a:spcBef>
              <a:defRPr sz="1800">
                <a:solidFill>
                  <a:srgbClr val="555555"/>
                </a:solidFill>
              </a:defRPr>
            </a:pPr>
            <a:r>
              <a:t>Recipe Studio — Abinaya_RecipeStudio</a:t>
            </a:r>
            <a:br/>
            <a:r>
              <a:t>GitHub: github.com/Dhanush-0017/Abinaya_RecipeStudio</a:t>
            </a:r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